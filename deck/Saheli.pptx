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1264" y="1051560"/>
            <a:ext cx="1097280" cy="109728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5541264" y="1051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Saheli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0" y="324612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F8B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friend you call before you buy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0" y="39776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voice AI shopping companion that shops Amazon.in with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BOLNA  ×  CARTESIA   ·   VOC-A-THON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don't buy alone.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anything that matters, the flow isn't browse-and-buy. It's: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→ screenshot → WhatsApp a friend → wait hours → maybe decide.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39572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8B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15 minutes of doubt on the product page is where carts die and bad buys are made — and no one serves it.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3429000" cy="2423160"/>
          </a:xfrm>
          <a:prstGeom prst="roundRect">
            <a:avLst>
              <a:gd name="adj" fmla="val 4528"/>
            </a:avLst>
          </a:prstGeom>
          <a:solidFill>
            <a:srgbClr val="23233C"/>
          </a:solidFill>
          <a:ln/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703320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minutes of doubt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960120" y="4937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decision stalls and the buyer opens WhatsApp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3383280"/>
            <a:ext cx="3429000" cy="2423160"/>
          </a:xfrm>
          <a:prstGeom prst="roundRect">
            <a:avLst>
              <a:gd name="adj" fmla="val 4528"/>
            </a:avLst>
          </a:prstGeom>
          <a:solidFill>
            <a:srgbClr val="23233C"/>
          </a:solidFill>
          <a:ln/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3703320"/>
            <a:ext cx="566928" cy="5669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 Carts abandoned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4937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decision paralysis and unresolved doubt, not price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3383280"/>
            <a:ext cx="3429000" cy="2423160"/>
          </a:xfrm>
          <a:prstGeom prst="roundRect">
            <a:avLst>
              <a:gd name="adj" fmla="val 4528"/>
            </a:avLst>
          </a:prstGeom>
          <a:solidFill>
            <a:srgbClr val="23233C"/>
          </a:solidFill>
          <a:ln/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703320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66760" y="4434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Returns that hurt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8366760" y="49377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Apparel return rates hit 20-30%, destroying platform margins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Today, the fix is a person.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friend who knows electronics. The cousin who tells silk from polyester. In a store, the uncle who says “not this one.”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86588" y="2651760"/>
            <a:ext cx="2377440" cy="1691640"/>
          </a:xfrm>
          <a:prstGeom prst="roundRect">
            <a:avLst>
              <a:gd name="adj" fmla="val 5405"/>
            </a:avLst>
          </a:prstGeom>
          <a:solidFill>
            <a:srgbClr val="23233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3556" y="2926080"/>
            <a:ext cx="603504" cy="60350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65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6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184" y="3310128"/>
            <a:ext cx="292608" cy="2926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66948" y="2651760"/>
            <a:ext cx="2377440" cy="1691640"/>
          </a:xfrm>
          <a:prstGeom prst="roundRect">
            <a:avLst>
              <a:gd name="adj" fmla="val 5405"/>
            </a:avLst>
          </a:prstGeom>
          <a:solidFill>
            <a:srgbClr val="23233C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916" y="2926080"/>
            <a:ext cx="603504" cy="60350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46694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it</a:t>
            </a:r>
            <a:endParaRPr lang="en-US" sz="16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9544" y="3310128"/>
            <a:ext cx="292608" cy="29260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47308" y="2651760"/>
            <a:ext cx="2377440" cy="1691640"/>
          </a:xfrm>
          <a:prstGeom prst="roundRect">
            <a:avLst>
              <a:gd name="adj" fmla="val 5405"/>
            </a:avLst>
          </a:prstGeom>
          <a:solidFill>
            <a:srgbClr val="232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4276" y="2926080"/>
            <a:ext cx="603504" cy="60350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34730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who knows</a:t>
            </a:r>
            <a:endParaRPr lang="en-US" sz="16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9904" y="3310128"/>
            <a:ext cx="292608" cy="292608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9227668" y="2651760"/>
            <a:ext cx="2377440" cy="1691640"/>
          </a:xfrm>
          <a:prstGeom prst="roundRect">
            <a:avLst>
              <a:gd name="adj" fmla="val 5405"/>
            </a:avLst>
          </a:prstGeom>
          <a:solidFill>
            <a:srgbClr val="23233C"/>
          </a:solidFill>
          <a:ln/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4636" y="2926080"/>
            <a:ext cx="603504" cy="603504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922766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hours</a:t>
            </a:r>
            <a:endParaRPr lang="en-US" sz="1600" dirty="0"/>
          </a:p>
        </p:txBody>
      </p:sp>
      <p:sp>
        <p:nvSpPr>
          <p:cNvPr id="21" name="Text 12"/>
          <p:cNvSpPr/>
          <p:nvPr/>
        </p:nvSpPr>
        <p:spPr>
          <a:xfrm>
            <a:off x="640080" y="4892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9D9C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— and it's how India shops. But slow, unreliable, and it doesn't scale.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Saheli digitizes that friend.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voice on a phone call while you browse Amazon. She sees the exact product on your screen, reads what you won't, and tells you the truth — on your side, never the seller's.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868680" cy="868680"/>
          </a:xfrm>
          <a:prstGeom prst="ellipse">
            <a:avLst/>
          </a:prstGeom>
          <a:solidFill>
            <a:srgbClr val="2C2C4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2029968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183880" y="18288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 live call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18388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she's on the phone while you shop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132320" y="3200400"/>
            <a:ext cx="868680" cy="868680"/>
          </a:xfrm>
          <a:prstGeom prst="ellipse">
            <a:avLst/>
          </a:prstGeom>
          <a:solidFill>
            <a:srgbClr val="2C2C4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3447288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183880" y="3246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Sees your screen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8183880" y="3657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 of the exact page you're on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132320" y="4617720"/>
            <a:ext cx="868680" cy="868680"/>
          </a:xfrm>
          <a:prstGeom prst="ellipse">
            <a:avLst/>
          </a:prstGeom>
          <a:solidFill>
            <a:srgbClr val="2C2C4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4864608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183880" y="4663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your side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183880" y="5074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sharp, never the seller's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600" kern="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18745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Watch her shop with me.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1737360" y="3383280"/>
            <a:ext cx="8714232" cy="2103120"/>
          </a:xfrm>
          <a:prstGeom prst="roundRect">
            <a:avLst>
              <a:gd name="adj" fmla="val 5217"/>
            </a:avLst>
          </a:prstGeom>
          <a:solidFill>
            <a:srgbClr val="23233C"/>
          </a:solidFill>
          <a:ln w="1905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48840" y="352044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i="1" dirty="0">
                <a:solidFill>
                  <a:srgbClr val="FF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“shaadi hai, kurta chahiye”</a:t>
            </a:r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she takes a brief  →  searches  →  flags the bad buy  →  compares  →  adds the right one to cart  →  tells me I'm done.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0" y="5715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on speaker · Amazon on screen · everything she does shows live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search box can't do this.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554480"/>
            <a:ext cx="841248" cy="841248"/>
          </a:xfrm>
          <a:prstGeom prst="ellipse">
            <a:avLst/>
          </a:prstGeom>
          <a:solidFill>
            <a:srgbClr val="2C2C4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7393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53619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Reads the reviews you won't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783080" y="199339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counts and recency drift — and trust by volume: 4.2 from 8,000 beats 4.6 from 20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85800" y="2724912"/>
            <a:ext cx="841248" cy="841248"/>
          </a:xfrm>
          <a:prstGeom prst="ellipse">
            <a:avLst/>
          </a:prstGeom>
          <a:solidFill>
            <a:srgbClr val="2C2C4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44368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83080" y="270662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Talks you out of bad buys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1783080" y="316382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trust-building move — the exact opposite of what e-commerce optimizes for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685800" y="3895344"/>
            <a:ext cx="841248" cy="841248"/>
          </a:xfrm>
          <a:prstGeom prst="ellipse">
            <a:avLst/>
          </a:prstGeom>
          <a:solidFill>
            <a:srgbClr val="2C2C4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1480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783080" y="387705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Catches the traps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1783080" y="433425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truth from real buyers, and fake-discount MRPs called out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85800" y="5065776"/>
            <a:ext cx="841248" cy="841248"/>
          </a:xfrm>
          <a:prstGeom prst="ellipse">
            <a:avLst/>
          </a:prstGeom>
          <a:solidFill>
            <a:srgbClr val="2C2C4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285232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504748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Acts on your screen, by voice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1783080" y="550468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with filters, shortlists, points at options, adds to cart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hours to ninety seconds.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0" y="141732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9D9C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hours</a:t>
            </a:r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4800" b="1" dirty="0">
                <a:solidFill>
                  <a:srgbClr val="2ECC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 2 min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0" y="25146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a confident, well-informed decision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23233C"/>
          </a:solidFill>
          <a:ln/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493008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time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960120" y="4617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or abandoned, → under 2 min — you just watched it happen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343400" y="320040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23233C"/>
          </a:solidFill>
          <a:ln/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3493008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Conversion ↑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4617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the 75% cart abandonment rate by resolving hesitation live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046720" y="3200400"/>
            <a:ext cx="3429000" cy="2286000"/>
          </a:xfrm>
          <a:prstGeom prst="roundRect">
            <a:avLst>
              <a:gd name="adj" fmla="val 4800"/>
            </a:avLst>
          </a:prstGeom>
          <a:solidFill>
            <a:srgbClr val="23233C"/>
          </a:solidFill>
          <a:ln/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3493008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6676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Returns ↓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8366760" y="4617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Intercepts the #1 cause of returns (wrong size / specs) before checkout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8B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demo is the proof. Conversion up, returns down — the trust layer e-commerce never had.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Novel category. Deeply Indian. Already working.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23233C"/>
          </a:solidFill>
          <a:ln/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18745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wins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2514600"/>
            <a:ext cx="4617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category — an ambient voice companion on top of shopping, not another transactional bot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is load-bearing: the trust relationship fails with a robotic voice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Bolna tool-calling reads your browser mid-conversation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 real behavioural insight, not a feature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23233C"/>
          </a:solidFill>
          <a:ln/>
          <a:effectLst>
            <a:outerShdw sx="100000" sy="100000" kx="0" ky="0" algn="bl" rotWithShape="0" blurRad="1143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20840" y="18745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8B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goes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20840" y="2514600"/>
            <a:ext cx="4617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nudges when the page changes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Hindi — a config change, not a rebuild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Multi-site: Flipkart, Myntra adapters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EC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B2B2C SDK platforms embed to save millions in reverse logistics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2704" y="1371600"/>
            <a:ext cx="914400" cy="91440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5632704" y="1371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0" y="26974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trust layer e-commerce never had.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8B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Saheli — the friend you call before you buy.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0" y="5715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D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Bolna  ·  Cartesia  ·  Deepgram Flux  ·  GPT-4o  ·  Chrome MV3 + FastAPI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0" y="612648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github.com/KD-3/saheli-voice-shopping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Saheli — pitch</dc:title>
  <dc:subject>PptxGenJS Presentation</dc:subject>
  <dc:creator>Saheli</dc:creator>
  <cp:lastModifiedBy>Saheli</cp:lastModifiedBy>
  <cp:revision>1</cp:revision>
  <dcterms:created xsi:type="dcterms:W3CDTF">2026-06-13T11:59:10Z</dcterms:created>
  <dcterms:modified xsi:type="dcterms:W3CDTF">2026-06-13T11:59:10Z</dcterms:modified>
</cp:coreProperties>
</file>