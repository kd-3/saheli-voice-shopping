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1051560"/>
            <a:ext cx="1097280" cy="10972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541264" y="1051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Saheli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friend you call before you buy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shopping companion that shops Amazon.in with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 ×  CARTESIA   ·   VOC-A-THON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buy alone.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that matters, the flow isn't browse-and-buy. It's: </a:t>
            </a:r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→ screenshot → WhatsApp a friend → wait hours → maybe decide.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15 minutes of doubt on the product page is where carts die and bad buys are made — and no one serves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703320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minutes of doubt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decision stalls and the buyer opens WhatsApp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338328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70332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 Carts abandoned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review fatigue and lack of trust, not just price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338328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703320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20-30% Return rates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6676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missed sizing warnings buried deep in reviews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the fix is a person.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 who knows electronics. The cousin who tells silk from polyester. In a store, the uncle who says “not this one.”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86588" y="265176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2323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556" y="2926080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658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184" y="3310128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66948" y="265176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23233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916" y="2926080"/>
            <a:ext cx="603504" cy="6035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6694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it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3310128"/>
            <a:ext cx="292608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47308" y="265176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23233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276" y="2926080"/>
            <a:ext cx="603504" cy="60350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4730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who knows</a:t>
            </a:r>
            <a:endParaRPr lang="en-US" sz="16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904" y="3310128"/>
            <a:ext cx="292608" cy="29260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227668" y="2651760"/>
            <a:ext cx="2377440" cy="1691640"/>
          </a:xfrm>
          <a:prstGeom prst="roundRect">
            <a:avLst>
              <a:gd name="adj" fmla="val 5405"/>
            </a:avLst>
          </a:prstGeom>
          <a:solidFill>
            <a:srgbClr val="23233C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4636" y="2926080"/>
            <a:ext cx="603504" cy="60350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227668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hours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640080" y="4892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D9C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— and it's how India shops. But slow, unreliable, and it doesn't scale.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Saheli digitizes that friend.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voice on a phone call while you browse Amazon. She sees the exact product on your screen, reads what you won't, and tells you the truth — on your side, never the seller's.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32320" y="1783080"/>
            <a:ext cx="868680" cy="868680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0299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live call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1838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on the phone while you shop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0" y="3200400"/>
            <a:ext cx="868680" cy="868680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34472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3880" y="3246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 your screen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18388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 of the exact page you're 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4617720"/>
            <a:ext cx="868680" cy="868680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486460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your side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18388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sharp, never the seller's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her shop with me.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1737360" y="3383280"/>
            <a:ext cx="8714232" cy="2103120"/>
          </a:xfrm>
          <a:prstGeom prst="roundRect">
            <a:avLst>
              <a:gd name="adj" fmla="val 5217"/>
            </a:avLst>
          </a:prstGeom>
          <a:solidFill>
            <a:srgbClr val="23233C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3520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“shaadi hai, kurta chahiye”</a:t>
            </a:r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she takes a brief  →  searches  →  flags the bad buy  →  compares  →  adds the right one to cart  →  tells me I'm done.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5715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on speaker · Amazon on screen · everything she does shows live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box can't do this.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841248" cy="841248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536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the reviews you won't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83080" y="19933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counts and recency drift — and trust by volume: 4.2 from 8,000 beats 4.6 from 20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5800" y="2724912"/>
            <a:ext cx="841248" cy="841248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43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7066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Talks you out of bad buys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783080" y="31638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trust-building move — the exact opposite of what e-commerce optimizes for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85800" y="3895344"/>
            <a:ext cx="841248" cy="841248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38770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the traps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783080" y="43342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truth from real buyers, and fake-discount MRPs called out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85800" y="5065776"/>
            <a:ext cx="841248" cy="841248"/>
          </a:xfrm>
          <a:prstGeom prst="ellipse">
            <a:avLst/>
          </a:prstGeom>
          <a:solidFill>
            <a:srgbClr val="2C2C4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8523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50474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 on your screen, by voice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783080" y="5504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with filters, shortlists, points at options, adds to cart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ninety seconds.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9D9C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</a:t>
            </a:r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4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2 min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514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 confident, well-informed decision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493008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time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617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WhatsApping → under 2 min. Saheli acts as the closer.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49300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↑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4617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 75% abandonment rate by resolving trust issues live.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32004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49300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↓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66760" y="46177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Saheli reads 'runs small' in the reviews before they checkout.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 is the proof. Conversion up, returns down — the trust layer e-commerce never had.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category. Deeply Indian. Already working.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wins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category — an ambient voice companion on top of shopping, not another transactional bot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load-bearing: the trust relationship fails with a robotic voice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Bolna tool-calling reads your browser mid-conversation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real behavioural insight, not a feature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23233C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goes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20840" y="251460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nudges when the page changes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Hindi — a config change, not a rebuild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Multi-site: Flipkart, Myntra adapters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C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B2B2C SDK platforms embed to save millions in reverse logistics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2704" y="1371600"/>
            <a:ext cx="914400" cy="9144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632704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layer e-commerce never had.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8B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Saheli — the friend you call before you buy.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715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 ·  Cartesia  ·  Deepgram Flux  ·  GPT-4o  ·  Chrome MV3 + FastAPI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github.com/KD-3/saheli-voice-shopping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Saheli — pitch</dc:title>
  <dc:subject>PptxGenJS Presentation</dc:subject>
  <dc:creator>Saheli</dc:creator>
  <cp:lastModifiedBy>Saheli</cp:lastModifiedBy>
  <cp:revision>1</cp:revision>
  <dcterms:created xsi:type="dcterms:W3CDTF">2026-06-13T12:04:03Z</dcterms:created>
  <dcterms:modified xsi:type="dcterms:W3CDTF">2026-06-13T12:04:03Z</dcterms:modified>
</cp:coreProperties>
</file>